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72" r:id="rId13"/>
    <p:sldId id="271" r:id="rId14"/>
    <p:sldId id="273" r:id="rId15"/>
    <p:sldId id="270" r:id="rId16"/>
    <p:sldId id="265" r:id="rId17"/>
  </p:sldIdLst>
  <p:sldSz cx="18288000" cy="10287000"/>
  <p:notesSz cx="6858000" cy="9144000"/>
  <p:embeddedFontLst>
    <p:embeddedFont>
      <p:font typeface="Gotham" panose="020B0604020202020204" charset="0"/>
      <p:regular r:id="rId18"/>
    </p:embeddedFont>
    <p:embeddedFont>
      <p:font typeface="Gotham Bold Italics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Department of Computer Science and Engineering</a:t>
            </a:r>
            <a:endParaRPr lang="en-IN" sz="3200" b="1" dirty="0"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AND REGISTRATION PORTAL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8707330" cy="139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P.Akshay</a:t>
            </a:r>
            <a:r>
              <a:rPr lang="en-US" sz="3000" dirty="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 Kumar– VTU25775 – 23UECS0979</a:t>
            </a:r>
            <a:endParaRPr lang="en-IN" sz="3000" dirty="0"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1460745" y="7843371"/>
            <a:ext cx="6674856" cy="139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Dr. Hafizur Rahaman -Assistant Professor</a:t>
            </a:r>
            <a:endParaRPr lang="en-IN" sz="3000" dirty="0"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SDG 4 – Quality Education</a:t>
            </a:r>
            <a:endParaRPr lang="en-IN" sz="2000" b="1" dirty="0"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584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37">
            <a:extLst>
              <a:ext uri="{FF2B5EF4-FFF2-40B4-BE49-F238E27FC236}">
                <a16:creationId xmlns:a16="http://schemas.microsoft.com/office/drawing/2014/main" id="{E5F04D9D-308A-3183-6836-B0EC5388A6D1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7" name="Freeform 38">
              <a:extLst>
                <a:ext uri="{FF2B5EF4-FFF2-40B4-BE49-F238E27FC236}">
                  <a16:creationId xmlns:a16="http://schemas.microsoft.com/office/drawing/2014/main" id="{DD6C4498-CEE7-2D27-F0C3-97EBEC11E86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9">
              <a:extLst>
                <a:ext uri="{FF2B5EF4-FFF2-40B4-BE49-F238E27FC236}">
                  <a16:creationId xmlns:a16="http://schemas.microsoft.com/office/drawing/2014/main" id="{2238B763-36E8-D0F8-087D-09B56E0E974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Rectangle 7"/>
          <p:cNvSpPr/>
          <p:nvPr/>
        </p:nvSpPr>
        <p:spPr>
          <a:xfrm>
            <a:off x="2455817" y="3029217"/>
            <a:ext cx="1377478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Managing campus events manually leads to confusion and inefficiency. 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Students struggle to find and register for events easily. 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Organizers face issues in tracking bookings and attendees. 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This project provides a centralized event booking platform. 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Users can browse, register, and manage events online. 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Admin can create, update, and monitor events. 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Improves transparency and reduces manual errors. 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Ensures a smooth and user-friendly experience.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121641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" name="Group 37">
            <a:extLst>
              <a:ext uri="{FF2B5EF4-FFF2-40B4-BE49-F238E27FC236}">
                <a16:creationId xmlns:a16="http://schemas.microsoft.com/office/drawing/2014/main" id="{2FF1B020-E599-4243-0745-94658C4B75D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8D5722D6-1AB3-AFC3-50FD-97E032A64A8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8C494B58-803A-A1A0-E7D1-2C6625F9E9E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743200" y="3202386"/>
            <a:ext cx="889852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Existing systems are mostly manual or poorly organized.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No centralized platform for all campus events.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Difficulty in managing registrations and attendance.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High chances of data loss and errors.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Lack of real-time updates for users.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Time-consuming for both students and organizers.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Need for an automated and efficient system.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CF58B49F-CF64-89F9-D6CB-EEBCFCA5C76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BFE0BB44-45F2-A4A6-9B89-0E8576D618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B7E50780-1EA1-5613-9DE5-1713C4D8E91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C6502AF-CCC8-31E6-FA60-391BF4CC2DF4}"/>
              </a:ext>
            </a:extLst>
          </p:cNvPr>
          <p:cNvSpPr txBox="1"/>
          <p:nvPr/>
        </p:nvSpPr>
        <p:spPr>
          <a:xfrm>
            <a:off x="2244634" y="3777082"/>
            <a:ext cx="150823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Develop an online event booking system for students.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Automate event management and registration process.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Provide real-time updates and easy access to event details.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3295059"/>
            <a:ext cx="150823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Web-based platform for event browsing and booking.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User authentication (login/register).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Event listing with details (date, venue, slots).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Online booking with confirmation.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Admin panel for event management.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Database to store users, events, bookings.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Notification/confirmation system.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Reduces manual effort and improves efficiency.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25879" y="40048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F283DDE-1616-62AE-4C34-D40B631B4EC7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277AC33-DE92-DEAD-3684-F9E584FE7CE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56B25065-0B92-DE42-94C2-2ECB8CBB349C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0" y="48663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C:\Users\Nitish\Downloads\fsd.drawi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083108"/>
            <a:ext cx="13228689" cy="8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071044" y="3878514"/>
            <a:ext cx="12573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Input: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User/Admin enters login details, selects events, and gives booking inputs.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Processing: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Backend validates data, handles booking logic, and processes requests.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Database: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Stores user data, event details, and booking records securely.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Output: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Displays event information and booking confirmation to the user.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581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5FF0B2D0-7843-1835-7081-F69B51BDD5B8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E43E843-CEEF-9B58-BAB6-E0FEFB947A9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B7A3D907-9F7C-D8D3-DE54-E07FC037F8C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074" name="Picture 2" descr="C:\Users\Nitish\Downloads\dataflow fsd.drawio (1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837747"/>
            <a:ext cx="13969823" cy="215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676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2202570"/>
            <a:ext cx="150823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Frontend: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React.js, Tailwind CSS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Backend: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Node.js / Java (Spring Boot if used)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Database: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MySQL /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API: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REST APIs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Tools: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VS Code,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Postman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Requirements: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Browser, Internet connection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D847D41-4470-420F-942D-93587F92804D}"/>
              </a:ext>
            </a:extLst>
          </p:cNvPr>
          <p:cNvGrpSpPr/>
          <p:nvPr/>
        </p:nvGrpSpPr>
        <p:grpSpPr>
          <a:xfrm>
            <a:off x="14401800" y="-2955537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A4FD480D-1445-2C4B-DB46-82271E5DF7B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26A1CA4A-B4D1-F4E6-0933-879F4CA7F8F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Module 1: User Management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Registration, login, authentication 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Module 2: Event Management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Create, update, delete events (Admin) 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Module 3: Booking System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Users book events and get confirmation 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Module 4: Database Management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Stores and retrieves all system data 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Module 5: Notifications / Enhancements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Booking confirmation / alerts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9632BC-FDB5-5E22-5B86-2A1FB0511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7580" y="1837140"/>
            <a:ext cx="5487166" cy="810696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B362615-8BD9-6563-46EF-CC3AE8DE0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838" y="1823543"/>
            <a:ext cx="8599043" cy="572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4038600" y="6972300"/>
            <a:ext cx="150823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home page serves as the main entry point of the application.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It displays available events with details like name, date, and venue.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Users can browse events and navigate to login or booking options.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interface is simple and designed for easy user interaction.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2735DC-F9F3-7BA1-3B3D-DBEFC71C8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1422901"/>
            <a:ext cx="10439400" cy="544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ADB03-5949-76CF-730D-FE5AC6B0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341F564-4633-428C-1F61-C503FD5273F1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1FA13A8-928A-9F16-48B2-4EDC4C148B0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3C684A6-1477-B610-0A9F-CDE5A866C9C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BFD91F5-CD9A-E8BA-7FF7-B828C51DBDAA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1D3B593-5A0E-46DF-756F-9A6B724213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946D6BE-BC77-E9AB-16E6-CEAE4EC0386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9330135-71E2-ADA0-7F41-06E42DB5D58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FA87DBC-CC89-B390-A600-F2BCC5965AD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ECA32750-0933-E1A1-02FD-38092240BB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C689BC3-874A-43DE-7ADA-76D7D45F17BE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AAAE51B-4974-D365-CB1C-3417B949CB4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9D04FC35-9F18-F798-684B-6BBE67C4701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670C5D5-4C3F-1D22-E9E5-0681D9C0FF3F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DB16E9D-BC44-D564-5FDF-928384F97CD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B15F0F5-9239-83CF-3B8C-609163E6FF0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0567A03-29B2-4F9E-E631-36FE41FB4BC1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3A0904EA-F016-AFDC-A93E-B4FBF8DF5EC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D2E5C0B-6A56-6C5E-3BFF-5914EABDA1A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C49E1BF9-01E4-4D78-0B81-1515246F3BDF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A615322-55A4-6B71-EFFE-393EDD590EA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9A62FE6-6F7A-31CB-33FC-4089D50C8E8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E5E3F7C-D94E-AEED-EB88-5EF146652DE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F97EDCC-00E9-DB52-74AC-0D01F0EF633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487E87BA-4DFA-76C8-6EE6-6878BA06A52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2C2200B9-01A2-94A2-1F5B-1D6A25073A7A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926722E-12F6-5180-2638-ACFB885B5AA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EC42E6E-8AD6-04E2-8BD4-7FBD7CBDD24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72E90A24-DC79-6DE6-2922-BC4E3DF1ABC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6050E7B-D09F-A7E8-04A5-30F04395C26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BA8DA712-CF93-8857-BCB8-2E1D0BE7153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1063915-37FA-F966-5F01-81884DC752A6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A83030-2F2A-8C96-2FEF-10234ABBF003}"/>
              </a:ext>
            </a:extLst>
          </p:cNvPr>
          <p:cNvSpPr txBox="1"/>
          <p:nvPr/>
        </p:nvSpPr>
        <p:spPr>
          <a:xfrm>
            <a:off x="3352800" y="7115234"/>
            <a:ext cx="150823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Handles creation, updating, and deletion of events by the admin.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Displays event details such as name, date, venue, and availability.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Processes user actions like selecting and booking events.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Ensures validation and proper handling of event data.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30ACCB-9862-070F-2B48-38DD50FA1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276" y="1293886"/>
            <a:ext cx="10789814" cy="579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07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31A08-FC7E-E512-85E3-5A8DF3EB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BB2DCE9-09B2-3827-0C54-7250AFB7359C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2DCF036-D101-249B-C54F-D58E4E597AB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D1170D6-06BB-DFFF-2477-50FD484405A4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785E3DA-43D7-6E2B-749D-244B47A44AF5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087445-13BC-A3C2-4EAB-172A2DFF82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D6BC875-4EF7-1E48-E27F-CD2CB9084C9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A246BAE-7768-85A5-769E-DD4E0EC948CC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D5386C6-D378-1F86-3A74-665CAF7093C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388E6EA-CC2C-1138-B38D-334C1FAC67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FAEF74E-26CF-34A1-C455-EACB215CD50D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D273E81-3F09-3E12-65AB-91ACBC666C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0AFF68D-04DA-05F5-EEFC-F8696BEA8B6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1E02272-B02D-8927-8DE9-30A71B1B5C03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15D95B6-3A29-FC02-EB48-9FEF5DF2BE2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7EE3B5F9-3E74-DB4B-8449-14B55FBC13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379B76B1-565E-D6B4-A58D-F5B455AB933C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02AF821-05F9-F6C8-352E-991A3B7F530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17ECA61-F265-684D-5BC5-25BD519341D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249936D-46DB-340A-ADF8-78F415479855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2C15C50-2FF6-0A35-9919-1804313CC7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23C08F9B-98FC-EAA8-F170-9DFC72F1E2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6B638819-E938-92E6-85E3-83DB4781E6A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8A0F2E00-1F56-DA43-BC39-CF1D23BBE2D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2574F49-B0CA-ABD8-06B6-8B63313AC83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9DF8B14-A995-2A5D-D49A-5FEB6109B7AC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9DDC544-CFB7-FF35-C651-90DB255994C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519A7CF-36B0-E5DF-CA4C-E3305A017B1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9A1EE6FB-E3CE-2D3B-EEF8-29E237D90D77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D029D1-9105-EAFF-D51D-80FFB3E788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A37FCF64-A25F-B7B1-3231-F0ED02AB601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25A7B4E-B6B6-4A34-72D3-B680576DECA5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6598B5-E12E-2312-2D11-26F42AEFD3F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Rectangle 3"/>
          <p:cNvSpPr/>
          <p:nvPr/>
        </p:nvSpPr>
        <p:spPr>
          <a:xfrm>
            <a:off x="3124200" y="6738416"/>
            <a:ext cx="1459556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This module sends notifications to users regarding booking confirmation and event updates.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It provides real-time alerts for successful registrations and important changes.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Notifications improve user engagement and keep users informed.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Enhances system usability by ensuring timely communication. 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1FE6766-8E28-1B09-5284-4F14C4BF1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003" y="1423188"/>
            <a:ext cx="9030386" cy="512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87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F2BA-FD67-88B5-D00A-FB42DF0E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E523E47-FF12-EB4F-CE4E-15E2BD90E35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0BF7AEA-D128-304C-183A-EB3077D12DC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E5B44C9-58D3-B109-89D1-E8FFD2315F0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8(D)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4E56993-8907-140B-5665-32E2F0E72519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11C3DB8-7383-8D70-BB09-1A750F2C0F8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6851A8C-42BC-3992-679E-AF3EB93D8C8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FC4CA35-A97E-BE99-FA00-97839403BA62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06C0D29F-FB0D-BB96-D4AE-A8C22A8CB3E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DFDBF821-9269-FB5A-0458-881A0E029C5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4DA79A4-C081-806C-6C3A-C91A9D054D41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5FDCDD9-077E-974D-5AC5-094EB0F0F9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0BD027CC-442F-A18F-1E78-2F68E60EBF6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8743EF0-28DB-F432-0FD1-1CA6C5202E92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36A8DF1-B551-FE2A-F144-BEB434B06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61A89A0-58F9-057C-6EDE-74C4F5446F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F53D3D6-9FBD-55E1-7943-DBF89C0B7FD9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7FF8775B-97DF-7420-5EFD-8EB72B3097B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E0800F5-9605-6E15-B0D5-CC1C1DEF93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6835700-6327-3DF6-F246-625A9BB811E4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045791B-6506-76B9-2340-8EB2633D35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8D1A950-C54D-5AC4-4D6C-4E7E3BDFD21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76B9CD8-6827-A492-006D-876430D4A63E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DE122907-AE55-D4AB-0A97-62A51C31AE4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A2A6DCC-7E15-52F6-783E-563DE4EDE04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1B6F1BAB-47A0-DD22-93AF-14EAB24A610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D7F4897-BA88-6C0E-DA58-A9E65DADA3C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67B0E0F-78E1-D4C5-BB5E-6866A52ABF0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DA9535A-AF12-0C77-A819-68E316B95B01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B3566A7-7E62-ED9D-5F2B-3D6E594172E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966596B-4DE4-21F6-F8EB-0B1F9C6C8A90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D65E6BB-7A3E-1F80-BE43-504A3408DC11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CC6DFF-6FEB-8F4B-CAF5-E76C7611A2E6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5C2C7E-1C50-81AB-C1DE-A127C7B85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531" y="1569797"/>
            <a:ext cx="13305321" cy="756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851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6122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124200" y="2468512"/>
            <a:ext cx="9144000" cy="59708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ADVANTAGES :</a:t>
            </a:r>
          </a:p>
          <a:p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Easy to use and accessible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Saves time and effort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Reduces manual errors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Centralized system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Real-time updates</a:t>
            </a:r>
          </a:p>
          <a:p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LIMITATIONS :</a:t>
            </a:r>
          </a:p>
          <a:p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Requires internet connection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Limited to campus-level usage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Security depends on implementation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784</Words>
  <Application>Microsoft Office PowerPoint</Application>
  <PresentationFormat>Custom</PresentationFormat>
  <Paragraphs>250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Gotham</vt:lpstr>
      <vt:lpstr>Arial</vt:lpstr>
      <vt:lpstr>Times New Roman</vt:lpstr>
      <vt:lpstr>Gotham Bold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KARTHIK M</dc:creator>
  <cp:lastModifiedBy>KARTHIK M</cp:lastModifiedBy>
  <cp:revision>23</cp:revision>
  <dcterms:created xsi:type="dcterms:W3CDTF">2006-08-16T00:00:00Z</dcterms:created>
  <dcterms:modified xsi:type="dcterms:W3CDTF">2026-05-06T03:11:10Z</dcterms:modified>
  <dc:identifier>DAHCaYqJ9OU</dc:identifier>
</cp:coreProperties>
</file>